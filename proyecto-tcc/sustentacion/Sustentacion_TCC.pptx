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10 minutos. Saludar, presentar el equipo y el tema: auditamos un portal web vulnerable y aplicamos OWASP + criptografía, todo en laboratorio aislado.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Contextualizar el problema real de una PyME: datos de clientes expuestos, riesgo legal (Ley 1581). Tres debilidades que vamos a atacar y luego cerrar.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Dos enfoques del curso que se refuerzan. Enfatizar la regla de oro: laboratorio aislado.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Mostrar la arquitectura: Kali ataca a DVWA por la red privada. Señalar el aislamiento (127.0.0.1). La captura prueba que el lab está montado.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Explicar el ataque clásico de SQLi y mostrar la captura: se listan todos los usuarios. Luego la mitigación: con consultas parametrizadas, 0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Mostrar la captura: el banner rojo prueba que el script inyectado corrió y accedió a document.cookie. Mitigación: sanitizar la salida y CSP; el script deja de ejecutarse.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Mostrar la captura del acceso logrado (Welcome... admin). Mitigación: token por intento rompe la automatización; reforzar con hashing y políticas de clave.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El control criptográfico central. Explicar por qué el hash con sal protege aunque roben la BD, y por qué MD5 sin sal no sirve.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Tabla resumen: por cada amenaza, su estado antes y después. Es el corazón del trabajo: el par problema → mitigación demostrado con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Presentar quién hizo qué. Requisito de la sustentación.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~0.5 min. Cerrar con el mensaje clave y abrir a preguntas. Recordar tener la demo grabada como respaldo por si el lab en vivo falla.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Cartagena · Programas a Distancia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Web y Protección Criptográfica de Credenciales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54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mitigación de vulnerabilidades del OWASP Top 10 en un laboratorio aislado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63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CIPA: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Ruiz Marimón · Nilson Ruiz Marimón · John Fredy Morales Revueltas · Rafael Alfonso Corredor Gambín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Enrique Benedetti Navarro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 Contextualizado (TCC) — Sustentación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Comercializadora TecnoHogar S.A.S. — pequeña empresa con un portal web (registro de clientes, login y panel admin) sin mantenimiento de seguridad.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Contraseñas en texto plano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filtración expone todas las cuentas de los clientes.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79392" y="196596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24028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3063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Formularios sin validación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3703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 abierta a inyección SQL y a XSS en la web.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10144" y="196596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224028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84464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238744" y="3063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sin límite de intentos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3703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ataques de fuerza bruta sobre las credenciales.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83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incumple la Ley 1581 de 2012 de protección de datos personales.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 planteada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el portal (replicado en laboratorio) y, por cada vulnerabilidad, demostrar el ataque y aplicar su contramedida — con evidencia antes y después.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22392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109728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331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1 · OWASP Top 10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017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XSS y fuerza bruta: se demuestran y se mitigan (consultas parametrizadas, sanitización, límite de intentos).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422392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2331720"/>
            <a:ext cx="109728" cy="21945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2331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2 · Criptografía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3017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credenciales con hash y sal (bcrypt/Argon2) frente al almacenamiento en texto plano o MD5 sin sal.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todo en un laboratorio aislado. Nunca se toca un sistema real.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laboratorio — Docker aislado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Atacante: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Kali Linux (sqlmap, Hydra, nmap).  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Víctima: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(Apache + PHP + MariaDB).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privada labnet; DVWA publicado solo en 127.0.0.1 → sin exposición a Internet ni a la red real.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Contenedores en ejecución: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pic>
        <p:nvPicPr>
          <p:cNvPr id="7" name="Image 0" descr="C:/Users/rafa/Desktop/tccCiberseguridad/proyecto-tcc/evidencias/avance/02-docker-contened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880360"/>
            <a:ext cx="7589520" cy="1097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3434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ataque y el objetivo vulnerable, aislados en el mismo host.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1 — Inyección SQL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846320" cy="361188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48463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— ataque exitoso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3891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 1' OR '1'='1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 devolvió los 5 usuarios (no solo el id pedido).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SELECT extrajo usuarios + hashes de la BD.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la entrada se concatena en la consulta.</a:t>
            </a:r>
            <a:endParaRPr lang="en-US" sz="1350" dirty="0"/>
          </a:p>
        </p:txBody>
      </p:sp>
      <p:pic>
        <p:nvPicPr>
          <p:cNvPr id="7" name="Image 0" descr="C:/Users/rafa/Desktop/tccCiberseguridad/proyecto-tcc/evidencias/avance/03-sqli-navegador-usu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869948"/>
            <a:ext cx="2743200" cy="2615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1371600"/>
            <a:ext cx="3044952" cy="3611880"/>
          </a:xfrm>
          <a:prstGeom prst="roundRect">
            <a:avLst>
              <a:gd name="adj" fmla="val 2402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95360" y="1371600"/>
            <a:ext cx="3044952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95360" y="137160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— mitigado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869680" y="2011680"/>
            <a:ext cx="2496312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 (código seguro).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payload devuelve 0 registros.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entrada ya no altera la lógica SQL.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2 — Cross-Site Scripting (XSS)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846320" cy="361188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48463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— ataque exitoso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3891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 &lt;script&gt;...&lt;/script&gt; en el campo del formulario.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reflejó y almacenó sin sanitizar.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se ejecutó y leyó la cookie de sesión.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robo de sesión / suplantación.</a:t>
            </a:r>
            <a:endParaRPr lang="en-US" sz="1350" dirty="0"/>
          </a:p>
        </p:txBody>
      </p:sp>
      <p:pic>
        <p:nvPicPr>
          <p:cNvPr id="7" name="Image 0" descr="C:/Users/rafa/Desktop/tccCiberseguridad/proyecto-tcc/evidencias/avance/06-xss-ejecutado-naveg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920240"/>
            <a:ext cx="3017520" cy="2514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869680" y="1371600"/>
            <a:ext cx="2770632" cy="3611880"/>
          </a:xfrm>
          <a:prstGeom prst="roundRect">
            <a:avLst>
              <a:gd name="adj" fmla="val 2640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869680" y="1371600"/>
            <a:ext cx="2770632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69680" y="137160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— mitigado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2011680"/>
            <a:ext cx="2221992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de salida + CSP.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etiqueta &lt;script&gt; se elimina.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ya no se ejecuta.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3 — Fuerza bruta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846320" cy="361188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48463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— ataque exitoso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3891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Barrido automatizado de diccionario sobre el login (usuario admin).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Encontró la contraseña: admin / password.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no hay límite de intentos.</a:t>
            </a:r>
            <a:endParaRPr lang="en-US" sz="1350" dirty="0"/>
          </a:p>
        </p:txBody>
      </p:sp>
      <p:pic>
        <p:nvPicPr>
          <p:cNvPr id="7" name="Image 0" descr="C:/Users/rafa/Desktop/tccCiberseguridad/proyecto-tcc/evidencias/avance/07-fuerza-bruta-naveg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924812"/>
            <a:ext cx="3383280" cy="25054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235440" y="1371600"/>
            <a:ext cx="2404872" cy="3611880"/>
          </a:xfrm>
          <a:prstGeom prst="roundRect">
            <a:avLst>
              <a:gd name="adj" fmla="val 3042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235440" y="1371600"/>
            <a:ext cx="2404872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235440" y="1371600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— mitigado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509760" y="2011680"/>
            <a:ext cx="1856232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anti-CSRF por intento + retardo.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intentos automatizados son rechazados.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suma: hash con sal y claves robustas.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Criptografía — protección de contraseñas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22392" cy="361188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5422392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5422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— ataque exitoso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plano / MD5 sin sal (como DVWA).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5f4dcc3b... = 'password'.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rompe al instante con diccionario.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sal → rainbow tables sirven.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22392" cy="361188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1371600"/>
            <a:ext cx="5422392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371600"/>
            <a:ext cx="5422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— mitigado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0574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con sal: bcrypt / Argon2.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única por usuario.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 recomputar por cada cuenta.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claves fuertes resisten aun filtradas.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Demostrado con un script propio (antes vs. después). Complementa la defensa contra fuerza bruta.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Vulnerabilidades y mitigaciones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3251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Después (mitigado)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Inyección 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usuarios + hashes extraídos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registros — consultas parametrizadas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Cross-Site Scripting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ejecutado en el navegador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neutralizado — sanitización + CSP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Fuerza bruta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 'password' hallada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denegado — token por intento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Credenciales (cripto)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MD5 sin sal / texto plano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 con sal — resistente a filtración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roles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22392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96596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Rafael A. Corredor Gambín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423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y documentación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22392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96596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965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Nelson Ruiz Marimón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2423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del laboratorio (Docker, Kali, DVWA)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422392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9319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931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JF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 Fredy Morales Revueltas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389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Ofensiva: SQLi, XSS y fuerza bruta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5422392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39319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3931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Nilson Ruiz Marimón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4389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Defensa, criptografía y evidencias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vulnerabilidades del OWASP se demostraron y se cerraron con su contramedida.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criptografía (hash con sal) protege las credenciales aun ante una filtración.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realizó en un laboratorio aislado, sin riesgo para sistemas reales.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es un proceso: atacar para entender, y defender con evidencia.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— ¿Preguntas?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Sustentacion TCC - Seguridad Web</dc:title>
  <dc:subject>PptxGenJS Presentation</dc:subject>
  <dc:creator>CIPA TCC Seguridad Informatica</dc:creator>
  <cp:lastModifiedBy>CIPA TCC Seguridad Informatica</cp:lastModifiedBy>
  <cp:revision>1</cp:revision>
  <dcterms:created xsi:type="dcterms:W3CDTF">2026-10-27T02:23:40Z</dcterms:created>
  <dcterms:modified xsi:type="dcterms:W3CDTF">2026-10-27T02:23:40Z</dcterms:modified>
</cp:coreProperties>
</file>